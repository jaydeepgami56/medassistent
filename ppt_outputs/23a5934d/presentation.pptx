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DEB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0CBC7"/>
                </a:solidFill>
              </a:rPr>
              <a:t>Sepsis Management Protocol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DDEE"/>
                </a:solidFill>
              </a:rPr>
              <a:t>For Healthcare Professionals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DEB3"/>
                </a:solidFill>
              </a:rPr>
              <a:t>Early Recognition and Diagnosis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5DEB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High suspicion of infection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Systemic inflammatory response syndrome (SIRS) criteria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DEB3"/>
                </a:solidFill>
              </a:rPr>
              <a:t>Management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45720"/>
          </a:xfrm>
          <a:prstGeom prst="rect">
            <a:avLst/>
          </a:prstGeom>
          <a:solidFill>
            <a:srgbClr val="F5DEB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Rapid administration of antibiotics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Fluid resuscitation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Vasopressors for hypotension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Emphasize the importance of early and appropriate antibiotic therapy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DEB3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5DEB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Early recognition and management is crucial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Regular audits to improve sepsis care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2026-05-10T09:07:44Z</dcterms:created>
  <dcterms:modified xsi:type="dcterms:W3CDTF">2026-05-10T09:07:44Z</dcterms:modified>
</cp:coreProperties>
</file>