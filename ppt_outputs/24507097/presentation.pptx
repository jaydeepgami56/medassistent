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E6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Heart Failure: What You Need to Know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8FB98"/>
                </a:solidFill>
              </a:rPr>
              <a:t>Patient and Caregiver Education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68C"/>
                </a:solidFill>
              </a:rPr>
              <a:t>Understanding Heart Failure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0E68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condition where the heart can't pump enough blood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Caused by various factors like high blood pressure, diabetes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2026-05-10T12:54:32Z</dcterms:created>
  <dcterms:modified xsi:type="dcterms:W3CDTF">2026-05-10T12:54:32Z</dcterms:modified>
</cp:coreProperties>
</file>