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2A0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Antibiotic Stewardship Program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C40F"/>
                </a:solidFill>
              </a:rPr>
              <a:t>Improving antibiotic use in our hospital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A079"/>
                </a:solidFill>
              </a:rPr>
              <a:t>Importance of Antibiotic Stewardship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52A07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Preventing antibiotic resistance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Improving patient outcomes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2026-05-10T08:57:00Z</dcterms:created>
  <dcterms:modified xsi:type="dcterms:W3CDTF">2026-05-10T08:57:00Z</dcterms:modified>
</cp:coreProperties>
</file>